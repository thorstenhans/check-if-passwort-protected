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1446"/>
    <p:restoredTop sz="94708"/>
  </p:normalViewPr>
  <p:slideViewPr>
    <p:cSldViewPr snapToGrid="0">
      <p:cViewPr varScale="1">
        <p:scale>
          <a:sx n="44" d="100"/>
          <a:sy n="44" d="100"/>
        </p:scale>
        <p:origin x="216" y="1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6C187-27CD-7CBC-2F68-B204A19A6F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9E784-F18B-861D-2C6C-3AA6332E94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4920BF-E5EF-867D-4CB6-5FF35954E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9FAD0-2A7B-A545-8F7F-AF745CABA32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D2B9C-D1DD-E9E4-65AD-1D471E628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C727C-688A-B0F1-8B3B-94B7D20C6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F8EE5-9C9C-DA40-BCDB-97B171A5B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3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6CE37-7097-C034-CA56-A5647E35D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19FE3-7BBF-2880-9E2F-7780A22E6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718CE-C480-C0FA-4280-7EA373CB1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9FAD0-2A7B-A545-8F7F-AF745CABA32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77002-86EE-10AF-D5E2-7B1115CF5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24CC5-AE0F-B624-D849-57E8CF1CF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F8EE5-9C9C-DA40-BCDB-97B171A5B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677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1A5EA-244C-EE22-428B-A12B24744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B9AD55-5D9C-82E6-7305-686FEFAD6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289B0-8877-19BF-CB54-6C45D8BC4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9FAD0-2A7B-A545-8F7F-AF745CABA32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83628-89CA-49DF-5F20-E7CD6927A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AB8C3-31B3-567A-ABEE-1512B3786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F8EE5-9C9C-DA40-BCDB-97B171A5B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533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B3E4F-CAA7-163E-AC71-37ACA8975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07973-1BD0-983D-7686-A6566DAD64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7983D2-171D-E9D1-DFED-824A60CE25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853934-855F-F7F6-8E1F-B441840AB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9FAD0-2A7B-A545-8F7F-AF745CABA32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802A0F-6ECA-70DB-0B51-B619526D1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C59962-C90A-672E-46AD-D794D79DD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F8EE5-9C9C-DA40-BCDB-97B171A5B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59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78373-0178-B566-8305-4F4F457C2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AB4D9C-221C-6412-DB67-996EA8651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79D851-3C92-FED5-8917-25C3E9DCFD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A30987-02BD-F426-B61F-ED3A6AE739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D37036-27CE-9026-9187-6C10145F8E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847BFC-5108-09D0-BDA5-D7C5FAF08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9FAD0-2A7B-A545-8F7F-AF745CABA32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90C499-2853-00E8-03A3-0EFFA9C25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F952D6-E2A3-C43B-C674-79394944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F8EE5-9C9C-DA40-BCDB-97B171A5B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72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05BAA-A493-74E6-005B-548223ED1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D8B31C-E3F1-A5B6-C3E6-2473814A0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9FAD0-2A7B-A545-8F7F-AF745CABA32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ABE494-61D2-AC1D-709F-A29E652E9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78222C-E958-BC01-FF52-89E739674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F8EE5-9C9C-DA40-BCDB-97B171A5B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87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ABC1DF-2F9E-4B69-8D1F-229F81AEB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9FAD0-2A7B-A545-8F7F-AF745CABA32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158A81-EE72-1367-FE26-B85208298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49A40C-33E7-924A-363E-AF3388542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F8EE5-9C9C-DA40-BCDB-97B171A5B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207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4A4CE-083F-482D-32A4-DDFD4EF40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A1330-4445-E395-FC9E-91D39695A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1864B6-24F8-825E-C3D7-4B41FBD9B1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637A79-B8DC-07FF-22F2-1A11989E8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9FAD0-2A7B-A545-8F7F-AF745CABA32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A08A92-FB67-842B-1BBC-1720BED38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6149F4-BB5E-083D-5EC9-A8F21C98C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F8EE5-9C9C-DA40-BCDB-97B171A5B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218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F10B9-CF44-DFAB-DBD4-5EF86B824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B04345-C652-09D0-359A-790ED47DD7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2F4507-BCBA-2B68-84F4-4116D80870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C0367C-3AF1-E1EF-1BEB-61D981754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9FAD0-2A7B-A545-8F7F-AF745CABA32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BD4F49-4EC2-1117-9E18-5F7B83B31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AB5B1B-0222-A4F8-2657-286BEDB0A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F8EE5-9C9C-DA40-BCDB-97B171A5B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299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7E861-3FF2-46D3-B95E-FED85FD56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547B9F-FB21-D1F8-C56F-8D18227782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D3E3C-088C-543E-ACCF-EC93AFBAE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9FAD0-2A7B-A545-8F7F-AF745CABA32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8056E-8750-9321-8EA0-A885BEFA0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C0639-12AF-7282-C341-26B63F92E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F8EE5-9C9C-DA40-BCDB-97B171A5B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32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3E776A-AE9E-D092-09CD-8CA9954A45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053EA2-6DA5-5A9F-24FD-A38777C12D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5FF86-B55D-2B4D-5EBD-F88025C8E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9FAD0-2A7B-A545-8F7F-AF745CABA32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16D25-96ED-206C-7794-3F0309DD5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F92B4-D6B6-AE0A-378A-044DAE3E5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F8EE5-9C9C-DA40-BCDB-97B171A5B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194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D9A362-3852-0F46-A7D6-7C570FB1C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8E3D92-CE4C-C95B-B1C2-BE893CF75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C8B2C-E291-55F2-E0BB-CEB9B0F2B1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D9FAD0-2A7B-A545-8F7F-AF745CABA32B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DA1E0-C2B3-DA88-E8EA-EAFDDF201E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C17E8-C95D-2556-BEE1-905E873C88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AF8EE5-9C9C-DA40-BCDB-97B171A5B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833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2DA44-22C7-CDCB-D4F4-9AE7D8AA06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Yolo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FCCCAB-90CB-203F-254A-1A04DC65CC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396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Yolo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Hans, Thorsten</dc:creator>
  <cp:lastModifiedBy>Hans, Thorsten</cp:lastModifiedBy>
  <cp:revision>1</cp:revision>
  <dcterms:created xsi:type="dcterms:W3CDTF">2026-01-30T06:58:55Z</dcterms:created>
  <dcterms:modified xsi:type="dcterms:W3CDTF">2026-01-30T06:59:19Z</dcterms:modified>
</cp:coreProperties>
</file>